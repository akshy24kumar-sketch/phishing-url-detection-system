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8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51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4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28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871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9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7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59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91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05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EE880-5279-45A4-8D50-35A91727B6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F281D-E78E-4203-815E-809D35F7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0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Intelligent Phishing URL Detection System Using Machine Learning and GUI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05942"/>
            <a:ext cx="9144000" cy="1251857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S </a:t>
            </a:r>
            <a:r>
              <a:rPr lang="en-US" dirty="0" err="1" smtClean="0">
                <a:latin typeface="Algerian" panose="04020705040A02060702" pitchFamily="82" charset="0"/>
              </a:rPr>
              <a:t>akshay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kumar</a:t>
            </a:r>
            <a:r>
              <a:rPr lang="en-US" dirty="0" smtClean="0">
                <a:latin typeface="Algerian" panose="04020705040A02060702" pitchFamily="82" charset="0"/>
              </a:rPr>
              <a:t> – ra2331021020046</a:t>
            </a:r>
          </a:p>
          <a:p>
            <a:r>
              <a:rPr lang="en-US" dirty="0" smtClean="0">
                <a:latin typeface="Algerian" panose="04020705040A02060702" pitchFamily="82" charset="0"/>
              </a:rPr>
              <a:t>HARIKRISHNAN R </a:t>
            </a:r>
            <a:r>
              <a:rPr lang="en-US" dirty="0">
                <a:latin typeface="Algerian" panose="04020705040A02060702" pitchFamily="82" charset="0"/>
              </a:rPr>
              <a:t>– </a:t>
            </a:r>
            <a:r>
              <a:rPr lang="en-US" dirty="0" smtClean="0">
                <a:latin typeface="Algerian" panose="04020705040A02060702" pitchFamily="82" charset="0"/>
              </a:rPr>
              <a:t>ra2331021020008</a:t>
            </a:r>
            <a:endParaRPr lang="en-US" dirty="0">
              <a:latin typeface="Algerian" panose="04020705040A02060702" pitchFamily="82" charset="0"/>
            </a:endParaRPr>
          </a:p>
          <a:p>
            <a:endParaRPr lang="en-US" dirty="0" smtClean="0">
              <a:latin typeface="Algerian" panose="04020705040A02060702" pitchFamily="82" charset="0"/>
            </a:endParaRPr>
          </a:p>
          <a:p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858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Algerian" panose="04020705040A02060702" pitchFamily="82" charset="0"/>
              </a:rPr>
              <a:t>Abstract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are one of the most common cyber threats, where attackers trick users into revealing sensitive information through malicious URLs.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Intelligent Phishing URL Detection System that uses machine learning and heuristic analysis to classify URLs as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lexical features, URL structure patterns, and TF-IDF based textual features, and applies an ensemble learning model consisting of Logistic Regression, Random Forest, Support Vector Machine,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(if available).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GUI allows users to train the model, load/save trained models, and check URLs in real time. The system is designed to handle class imbalance, small datasets, and supports WHOIS-based domain age analysis for improved accuracy.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33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Algerian" panose="04020705040A02060702" pitchFamily="82" charset="0"/>
              </a:rPr>
              <a:t>System Overview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</a:t>
            </a:r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GUI for phishing detection</a:t>
            </a:r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dataset download and </a:t>
            </a:r>
            <a:r>
              <a:rPr lang="en-I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IN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from URLs</a:t>
            </a:r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machine learning classification</a:t>
            </a:r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URL prediction with probability score</a:t>
            </a:r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 using </a:t>
            </a:r>
            <a:r>
              <a:rPr lang="en-I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68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Algerian" panose="04020705040A02060702" pitchFamily="82" charset="0"/>
              </a:rPr>
              <a:t>Technologies Used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-learn, Pandas, </a:t>
            </a:r>
            <a:r>
              <a:rPr lang="en-I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IN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Models: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Regression, </a:t>
            </a:r>
            <a:r>
              <a:rPr lang="en-IN" sz="2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IN" sz="2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TF-IDF, Lexical URL Features</a:t>
            </a:r>
          </a:p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Sources: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Online Phishing &amp; Legitimate URL Repositories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89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Algerian" panose="04020705040A02060702" pitchFamily="82" charset="0"/>
              </a:rPr>
              <a:t>Architectural Design</a:t>
            </a:r>
            <a:endParaRPr lang="en-IN" b="1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1335314"/>
            <a:ext cx="4354286" cy="5094515"/>
          </a:xfrm>
        </p:spPr>
      </p:pic>
    </p:spTree>
    <p:extLst>
      <p:ext uri="{BB962C8B-B14F-4D97-AF65-F5344CB8AC3E}">
        <p14:creationId xmlns:p14="http://schemas.microsoft.com/office/powerpoint/2010/main" val="19790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Algerian" panose="04020705040A02060702" pitchFamily="82" charset="0"/>
              </a:rPr>
              <a:t>Results &amp; Performance Evaluation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/>
          <a:lstStyle/>
          <a:p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Highlights</a:t>
            </a:r>
          </a:p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 improves detection accuracy</a:t>
            </a:r>
          </a:p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 + lexical features increase robustness</a:t>
            </a:r>
          </a:p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 weights reduce false negatives</a:t>
            </a:r>
          </a:p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URL prediction with probability score</a:t>
            </a:r>
          </a:p>
          <a:p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Example</a:t>
            </a:r>
          </a:p>
          <a:p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20" y="4742927"/>
            <a:ext cx="9210393" cy="16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1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 smtClean="0">
                <a:latin typeface="Algerian" panose="04020705040A02060702" pitchFamily="82" charset="0"/>
              </a:rPr>
              <a:t>THANK YOU!</a:t>
            </a:r>
            <a:endParaRPr lang="en-IN" sz="5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3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151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Office Theme</vt:lpstr>
      <vt:lpstr>Intelligent Phishing URL Detection System Using Machine Learning and GUI</vt:lpstr>
      <vt:lpstr>Abstract</vt:lpstr>
      <vt:lpstr>System Overview</vt:lpstr>
      <vt:lpstr>Technologies Used</vt:lpstr>
      <vt:lpstr>Architectural Design</vt:lpstr>
      <vt:lpstr>Results &amp; Performance Evaluation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Phishing URL Detection System Using Machine Learning and GUI</dc:title>
  <dc:creator>lenovothinkpad857550142463@gmail.com</dc:creator>
  <cp:lastModifiedBy>lenovothinkpad857550142463@gmail.com</cp:lastModifiedBy>
  <cp:revision>8</cp:revision>
  <dcterms:created xsi:type="dcterms:W3CDTF">2026-01-05T03:28:20Z</dcterms:created>
  <dcterms:modified xsi:type="dcterms:W3CDTF">2026-01-05T08:08:07Z</dcterms:modified>
</cp:coreProperties>
</file>